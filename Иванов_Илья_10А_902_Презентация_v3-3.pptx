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1565C0">
              <a:alpha val="15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365760"/>
            <a:ext cx="4114800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ИССЛЕДОВАТЕЛЬСКАЯ РАБОТА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 интеллект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современном образовании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или угроза?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4389120" cy="731520"/>
          </a:xfrm>
          <a:prstGeom prst="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245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 Илья · 10 «А»  |  ГБОУ Школа № 902 «Диалог»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Бардин А.П.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 понятие искусственного интеллекта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25603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Рождение 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 «искусственный интеллект» введён на Дартмутской конференции — первый день рождения дисциплины.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71800" y="2587752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28016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5603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обучение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совершают прорыв: распознавание речи, изображений и перевод стали повседневными инструментами.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587752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28016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80160"/>
            <a:ext cx="25603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Современность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обучается, рассуждает и адаптируется. Нейросети генерируют тексты, изображения и анализируют данные.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Ключевой инструмент — нейросети: генерация текстов, изображений, анализ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Сферы применения ИИ в образовании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3931920" cy="1554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161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задач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6184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тестов, составление расписаний, анализ успеваемости без ручного труда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931920" cy="1554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9047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2161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6184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учебных материалов под уровень и интересы каждого ученика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834640"/>
            <a:ext cx="3931920" cy="1554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735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999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Интеллектуальные репетиторы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34015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Чат-боты и ИИ-ассистенты, доступные 24/7 для помощи в любом предмете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931920" cy="15544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735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999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уроки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34015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геймифицированных сценариев с героями-аватарами для вовлечения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Плюсы использования ИИ в образовании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5087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времени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времени учителей на подготовку и проверку работ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37360" y="1325880"/>
            <a:ext cx="27432" cy="10972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1887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64008" cy="1508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успеваемости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результатов благодаря адаптивным программам обучения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7432" cy="10972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8803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64008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17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429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в удобное время и в индивидуальном темпе для каждого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737360" y="3017520"/>
            <a:ext cx="27432" cy="10972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88036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64008" cy="1508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17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7220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429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и интерактивные форматы повышают интерес к учёбе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7432" cy="1097280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Минусы и риски ИИ в образовании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77640" cy="1508760"/>
          </a:xfrm>
          <a:prstGeom prst="rect">
            <a:avLst/>
          </a:prstGeom>
          <a:solidFill>
            <a:srgbClr val="2A1010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658368" cy="658368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мотивации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783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Опасность утраты самостоятельного мышления и навыков критического анализа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508760"/>
          </a:xfrm>
          <a:prstGeom prst="rect">
            <a:avLst/>
          </a:prstGeom>
          <a:solidFill>
            <a:srgbClr val="2A1010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36192"/>
            <a:ext cx="658368" cy="658368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B92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технологий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15000" y="1783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Утрата умения решать задачи без постоянной опоры на ИИ-инструменты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2907792"/>
            <a:ext cx="3977640" cy="1508760"/>
          </a:xfrm>
          <a:prstGeom prst="rect">
            <a:avLst/>
          </a:prstGeom>
          <a:solidFill>
            <a:srgbClr val="2A101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255264"/>
            <a:ext cx="658368" cy="658368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64992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90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честность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3502152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случаев плагиата и несамостоятельного выполнения заданий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907792"/>
            <a:ext cx="3977640" cy="1508760"/>
          </a:xfrm>
          <a:prstGeom prst="rect">
            <a:avLst/>
          </a:prstGeom>
          <a:solidFill>
            <a:srgbClr val="2A101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55264"/>
            <a:ext cx="658368" cy="658368"/>
          </a:xfrm>
          <a:prstGeom prst="ellipse">
            <a:avLst/>
          </a:prstGeom>
          <a:solidFill>
            <a:srgbClr val="3D1515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64992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90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 и доступность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715000" y="3502152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Необходимость крупных инвестиций и риск неравного доступа к технологиям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Опрос: учащиеся 10–11 классов и учителя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060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 используют ИИ для учёбы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06040" cy="914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618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Учителей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3408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считают ИИ полезным помощником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2606040" cy="91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2618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72200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Учителей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408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опасаются снижения качества знаний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64008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Мнение учеников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Отмечают удобство и экономию времени, но признают, что ИИ иногда даёт неточные ответы и требует проверки.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08960"/>
            <a:ext cx="64008" cy="16459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учителей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5844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больше обучающих материалов и чётких методик по грамотной работе с инструментами ИИ в классе.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— помощник в учёбе,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замена учителя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3310128"/>
            <a:ext cx="5029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4564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 усиливает педагога, но не заменяет человеческий контакт, эмпатию и наставничество.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Памятка: как использовать ИИ с пользой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2588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1288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Ищите идеи, не копируйте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57276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ИИ для поиска идей и объяснений, а не для получения готовых ответов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2587752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1288" y="2450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Проверяйте информацию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28346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Сверяйте данные из ИИ с учебниками и преподавателями — ИИ может ошибаться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2102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84962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61288" y="37124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Создавайте материалы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409651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Применяйте для составления планов, тестов и интерактивных заданий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32588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96128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Развивайте критическое мышление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6128" y="157276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Задавайте уточняющие вопросы, анализируйте и сравнивайте полученные данные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915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587752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96128" y="2450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Сохраняйте баланс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96128" y="28346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Сочетайте традиционные методы обучения с возможностями новых технологий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Практические советы для учителей, учеников и школ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51760" cy="59436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704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учителей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" y="194767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1874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Интегрируйте ИИ в уроки как дополнительный инструмент, а не как замену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" y="286207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Обучайте учеников критически оценивать ответы ИИ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" y="377647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Создавайте задания, где ИИ помогает, но не заменяет самостоятельную работу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72968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097280"/>
            <a:ext cx="2651760" cy="594360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6128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31336" y="11704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учеников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337560" y="1947672"/>
            <a:ext cx="201168" cy="20116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9" name="Text 15"/>
          <p:cNvSpPr/>
          <p:nvPr/>
        </p:nvSpPr>
        <p:spPr>
          <a:xfrm>
            <a:off x="3602736" y="1874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Учитесь формулировать точные запросы к ИИ для лучших результатов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337560" y="2862072"/>
            <a:ext cx="201168" cy="20116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3602736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ИИ для понимания темы, а не для списывания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3776472"/>
            <a:ext cx="201168" cy="20116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23" name="Text 19"/>
          <p:cNvSpPr/>
          <p:nvPr/>
        </p:nvSpPr>
        <p:spPr>
          <a:xfrm>
            <a:off x="3602736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проверяйте факты из ИИ по надёжным источникам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71616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71616" y="1097280"/>
            <a:ext cx="2651760" cy="594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61288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29984" y="11704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школ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36208" y="194767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4"/>
          <p:cNvSpPr/>
          <p:nvPr/>
        </p:nvSpPr>
        <p:spPr>
          <a:xfrm>
            <a:off x="6501384" y="1874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Инвестируйте в обучение педагогов работе с ИИ-инструментами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36208" y="286207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6"/>
          <p:cNvSpPr/>
          <p:nvPr/>
        </p:nvSpPr>
        <p:spPr>
          <a:xfrm>
            <a:off x="6501384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Разработайте чёткие этические стандарты использования ИИ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236208" y="377647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28"/>
          <p:cNvSpPr/>
          <p:nvPr/>
        </p:nvSpPr>
        <p:spPr>
          <a:xfrm>
            <a:off x="6501384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Обеспечьте равный доступ к технологиям для всех учеников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— вызов и возможность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образования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8229600" cy="749808"/>
          </a:xfrm>
          <a:prstGeom prst="rect">
            <a:avLst/>
          </a:prstGeom>
          <a:solidFill>
            <a:srgbClr val="132233"/>
          </a:solidFill>
          <a:ln w="9525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963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404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Трансформация образования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4440" y="271576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делает обучение более персонализированным, доступным и эффективным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32233"/>
          </a:solidFill>
          <a:ln w="9525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649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73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Осознанное использование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34440" y="358444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сохранять роль учителя и целенаправленно развивать критическое мышление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132233"/>
          </a:solidFill>
          <a:ln w="9525">
            <a:solidFill>
              <a:srgbClr val="1565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336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142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Гармоничный союз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34440" y="445312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Будущее образования — в партнёрстве человека и искусственного интеллекта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548640"/>
            <a:ext cx="5029200" cy="50292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</a:t>
            </a:r>
            <a:endParaRPr lang="en-US" sz="4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внимание!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 Илья · 10 «А»  |  ГБОУ Школа № 902 «Диалог»  |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 в образовании</dc:title>
  <dc:subject>PptxGenJS Presentation</dc:subject>
  <dc:creator>Иванов Илья, 10А</dc:creator>
  <cp:lastModifiedBy>Иванов Илья, 10А</cp:lastModifiedBy>
  <cp:revision>1</cp:revision>
  <dcterms:created xsi:type="dcterms:W3CDTF">2026-05-17T20:21:35Z</dcterms:created>
  <dcterms:modified xsi:type="dcterms:W3CDTF">2026-05-17T20:21:35Z</dcterms:modified>
</cp:coreProperties>
</file>